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png" ContentType="image/png"/>
  <Default Extension="jpeg" ContentType="image/jpeg"/>
  <Default Extension="psmdcp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Masters/slideMaster1.xml" ContentType="application/vnd.openxmlformats-officedocument.presentationml.slideMaster+xml"/>
  <Override PartName="/ppt/slideLayouts/slideMasters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d693ae5982a431a" /><Relationship Type="http://schemas.openxmlformats.org/officeDocument/2006/relationships/extended-properties" Target="/docProps/app.xml" Id="rId4" /><Relationship Type="http://schemas.openxmlformats.org/package/2006/relationships/metadata/core-properties" Target="/package/services/metadata/core-properties/48387c5879384949a02dc52f5813a8d5.psmdcp" Id="Rd5abc6e726594319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204700" cy="6858000"/>
  <p:notesSz cx="122047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  <p:extLst>
    <p:ext uri="{EFAFB233-063F-42B5-8137-9DF3F51BA10A}"/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slide" Target="/ppt/slides/slide2.xml" Id="rId3" /><Relationship Type="http://schemas.openxmlformats.org/officeDocument/2006/relationships/slide" Target="/ppt/slides/slide3.xml" Id="rId4" /><Relationship Type="http://schemas.openxmlformats.org/officeDocument/2006/relationships/slide" Target="/ppt/slides/slide4.xml" Id="rId5" /><Relationship Type="http://schemas.openxmlformats.org/officeDocument/2006/relationships/slide" Target="/ppt/slides/slide5.xml" Id="rId6" /><Relationship Type="http://schemas.openxmlformats.org/officeDocument/2006/relationships/slide" Target="/ppt/slides/slide6.xml" Id="rId7" /><Relationship Type="http://schemas.openxmlformats.org/officeDocument/2006/relationships/slide" Target="/ppt/slides/slide7.xml" Id="rId8" /><Relationship Type="http://schemas.openxmlformats.org/officeDocument/2006/relationships/slide" Target="/ppt/slides/slide8.xml" Id="rId9" /><Relationship Type="http://schemas.openxmlformats.org/officeDocument/2006/relationships/slide" Target="/ppt/slides/slide9.xml" Id="rId10" /><Relationship Type="http://schemas.openxmlformats.org/officeDocument/2006/relationships/slide" Target="/ppt/slides/slide10.xml" Id="rId11" /><Relationship Type="http://schemas.openxmlformats.org/officeDocument/2006/relationships/slide" Target="/ppt/slides/slide11.xml" Id="rId12" /><Relationship Type="http://schemas.openxmlformats.org/officeDocument/2006/relationships/slide" Target="/ppt/slides/slide12.xml" Id="rId13" /><Relationship Type="http://schemas.openxmlformats.org/officeDocument/2006/relationships/slideMaster" Target="/ppt/slideLayouts/slideMasters/slideMaster1.xml" Id="rId1" /><Relationship Type="http://schemas.openxmlformats.org/officeDocument/2006/relationships/tableStyles" Target="/ppt/tableStyles.xml" Id="rId14" /><Relationship Type="http://schemas.openxmlformats.org/officeDocument/2006/relationships/viewProps" Target="/ppt/viewProps.xml" Id="rId15" /><Relationship Type="http://schemas.openxmlformats.org/officeDocument/2006/relationships/presProps" Target="/ppt/presProps.xml" Id="rId16" /><Relationship Type="http://schemas.openxmlformats.org/officeDocument/2006/relationships/theme" Target="/ppt/slideLayouts/slideMasters/theme/theme1.xml" Id="rId17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Layouts/slideMasters/slideMaster1.xml" Id="rId1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Layouts/slideMasters/theme/theme1.xml" Id="rId2" /><Relationship Type="http://schemas.openxmlformats.org/officeDocument/2006/relationships/slideLayout" Target="/ppt/slideLayouts/slideLayout1.xml" Id="rId1" /></Relationships>
</file>

<file path=ppt/slideLayouts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buNone/>
        <a:defRPr sz="2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rtl="0" eaLnBrk="1" latinLnBrk="0" hangingPunct="1">
        <a:buNone/>
        <a:defRPr sz="24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algn="l" defTabSz="914400" rtl="0" eaLnBrk="1" latinLnBrk="0" hangingPunct="1">
        <a:defRPr sz="24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Layouts/slide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png" Id="rId4" /><Relationship Type="http://schemas.openxmlformats.org/officeDocument/2006/relationships/image" Target="/ppt/media/image2.png" Id="rId5" /><Relationship Type="http://schemas.openxmlformats.org/officeDocument/2006/relationships/image" Target="/ppt/media/image3.png" Id="rId6" /><Relationship Type="http://schemas.openxmlformats.org/officeDocument/2006/relationships/image" Target="/ppt/media/image4.png" Id="rId7" /><Relationship Type="http://schemas.openxmlformats.org/officeDocument/2006/relationships/image" Target="/ppt/media/image.jpeg" Id="rId8" /><Relationship Type="http://schemas.openxmlformats.org/officeDocument/2006/relationships/image" Target="/ppt/media/image5.png" Id="rId9" /><Relationship Type="http://schemas.openxmlformats.org/officeDocument/2006/relationships/image" Target="/ppt/media/image6.png" Id="rId10" /><Relationship Type="http://schemas.openxmlformats.org/officeDocument/2006/relationships/image" Target="/ppt/media/image2.jpeg" Id="rId11" /><Relationship Type="http://schemas.openxmlformats.org/officeDocument/2006/relationships/image" Target="/ppt/media/image7.png" Id="rId12" /><Relationship Type="http://schemas.openxmlformats.org/officeDocument/2006/relationships/slideLayout" Target="/ppt/slideLayouts/slideLayout1.xml" Id="rI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8.png" Id="rId4" /><Relationship Type="http://schemas.openxmlformats.org/officeDocument/2006/relationships/image" Target="/ppt/media/image9.png" Id="rId5" /><Relationship Type="http://schemas.openxmlformats.org/officeDocument/2006/relationships/image" Target="/ppt/media/image10.png" Id="rId6" /><Relationship Type="http://schemas.openxmlformats.org/officeDocument/2006/relationships/image" Target="/ppt/media/image11.png" Id="rId7" /><Relationship Type="http://schemas.openxmlformats.org/officeDocument/2006/relationships/image" Target="/ppt/media/image12.png" Id="rId8" /><Relationship Type="http://schemas.openxmlformats.org/officeDocument/2006/relationships/slideLayout" Target="/ppt/slideLayouts/slideLayout1.xml" Id="rId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image" Target="/ppt/media/image13.png" Id="rId4" /><Relationship Type="http://schemas.openxmlformats.org/officeDocument/2006/relationships/image" Target="/ppt/media/image14.png" Id="rId5" /><Relationship Type="http://schemas.openxmlformats.org/officeDocument/2006/relationships/image" Target="/ppt/media/image15.png" Id="rId6" /><Relationship Type="http://schemas.openxmlformats.org/officeDocument/2006/relationships/image" Target="/ppt/media/image16.png" Id="rId7" /><Relationship Type="http://schemas.openxmlformats.org/officeDocument/2006/relationships/image" Target="/ppt/media/image17.png" Id="rId8" /><Relationship Type="http://schemas.openxmlformats.org/officeDocument/2006/relationships/slideLayout" Target="/ppt/slideLayouts/slideLayout1.xml" Id="rId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image" Target="/ppt/media/image18.png" Id="rId4" /><Relationship Type="http://schemas.openxmlformats.org/officeDocument/2006/relationships/image" Target="/ppt/media/image19.png" Id="rId5" /><Relationship Type="http://schemas.openxmlformats.org/officeDocument/2006/relationships/image" Target="/ppt/media/image20.png" Id="rId6" /><Relationship Type="http://schemas.openxmlformats.org/officeDocument/2006/relationships/image" Target="/ppt/media/image21.png" Id="rId7" /><Relationship Type="http://schemas.openxmlformats.org/officeDocument/2006/relationships/image" Target="/ppt/media/image22.png" Id="rId8" /><Relationship Type="http://schemas.openxmlformats.org/officeDocument/2006/relationships/slideLayout" Target="/ppt/slideLayouts/slideLayout1.xml" Id="rI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image" Target="/ppt/media/image23.png" Id="rId4" /><Relationship Type="http://schemas.openxmlformats.org/officeDocument/2006/relationships/image" Target="/ppt/media/image24.png" Id="rId5" /><Relationship Type="http://schemas.openxmlformats.org/officeDocument/2006/relationships/image" Target="/ppt/media/image25.png" Id="rId6" /><Relationship Type="http://schemas.openxmlformats.org/officeDocument/2006/relationships/image" Target="/ppt/media/image26.png" Id="rId7" /><Relationship Type="http://schemas.openxmlformats.org/officeDocument/2006/relationships/slideLayout" Target="/ppt/slideLayouts/slideLayout1.xml" Id="rI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image" Target="/ppt/media/image27.png" Id="rId4" /><Relationship Type="http://schemas.openxmlformats.org/officeDocument/2006/relationships/image" Target="/ppt/media/image28.png" Id="rId5" /><Relationship Type="http://schemas.openxmlformats.org/officeDocument/2006/relationships/image" Target="/ppt/media/image29.png" Id="rId6" /><Relationship Type="http://schemas.openxmlformats.org/officeDocument/2006/relationships/image" Target="/ppt/media/image30.png" Id="rId7" /><Relationship Type="http://schemas.openxmlformats.org/officeDocument/2006/relationships/slideLayout" Target="/ppt/slideLayouts/slideLayout1.xml" Id="rId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image" Target="/ppt/media/image31.png" Id="rId4" /><Relationship Type="http://schemas.openxmlformats.org/officeDocument/2006/relationships/image" Target="/ppt/media/image32.png" Id="rId5" /><Relationship Type="http://schemas.openxmlformats.org/officeDocument/2006/relationships/image" Target="/ppt/media/image33.png" Id="rId6" /><Relationship Type="http://schemas.openxmlformats.org/officeDocument/2006/relationships/image" Target="/ppt/media/image34.png" Id="rId7" /><Relationship Type="http://schemas.openxmlformats.org/officeDocument/2006/relationships/slideLayout" Target="/ppt/slideLayouts/slideLayout1.xml" Id="rId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image" Target="/ppt/media/image35.png" Id="rId4" /><Relationship Type="http://schemas.openxmlformats.org/officeDocument/2006/relationships/image" Target="/ppt/media/image36.png" Id="rId5" /><Relationship Type="http://schemas.openxmlformats.org/officeDocument/2006/relationships/image" Target="/ppt/media/image37.png" Id="rId6" /><Relationship Type="http://schemas.openxmlformats.org/officeDocument/2006/relationships/image" Target="/ppt/media/image38.png" Id="rId7" /><Relationship Type="http://schemas.openxmlformats.org/officeDocument/2006/relationships/slideLayout" Target="/ppt/slideLayouts/slideLayout1.xml" Id="rId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image" Target="/ppt/media/image39.png" Id="rId4" /><Relationship Type="http://schemas.openxmlformats.org/officeDocument/2006/relationships/image" Target="/ppt/media/image40.png" Id="rId5" /><Relationship Type="http://schemas.openxmlformats.org/officeDocument/2006/relationships/image" Target="/ppt/media/image41.png" Id="rId6" /><Relationship Type="http://schemas.openxmlformats.org/officeDocument/2006/relationships/image" Target="/ppt/media/image42.png" Id="rId7" /><Relationship Type="http://schemas.openxmlformats.org/officeDocument/2006/relationships/image" Target="/ppt/media/image3.jpeg" Id="rId8" /><Relationship Type="http://schemas.openxmlformats.org/officeDocument/2006/relationships/slideLayout" Target="/ppt/slideLayouts/slideLayout1.xml" Id="rId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image" Target="/ppt/media/image43.png" Id="rId4" /><Relationship Type="http://schemas.openxmlformats.org/officeDocument/2006/relationships/image" Target="/ppt/media/image44.png" Id="rId5" /><Relationship Type="http://schemas.openxmlformats.org/officeDocument/2006/relationships/image" Target="/ppt/media/image45.png" Id="rId6" /><Relationship Type="http://schemas.openxmlformats.org/officeDocument/2006/relationships/image" Target="/ppt/media/image46.png" Id="rId7" /><Relationship Type="http://schemas.openxmlformats.org/officeDocument/2006/relationships/slideLayout" Target="/ppt/slideLayouts/slideLayout1.xml" Id="rI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image" Target="/ppt/media/image47.png" Id="rId4" /><Relationship Type="http://schemas.openxmlformats.org/officeDocument/2006/relationships/image" Target="/ppt/media/image48.png" Id="rId5" /><Relationship Type="http://schemas.openxmlformats.org/officeDocument/2006/relationships/image" Target="/ppt/media/image49.png" Id="rId6" /><Relationship Type="http://schemas.openxmlformats.org/officeDocument/2006/relationships/image" Target="/ppt/media/image50.png" Id="rId7" /><Relationship Type="http://schemas.openxmlformats.org/officeDocument/2006/relationships/slideLayout" Target="/ppt/slideLayouts/slideLayout1.xml" Id="rId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hyperlink" Target="https://socket.io/docs/v4/" TargetMode="External" Id="rId4" /><Relationship Type="http://schemas.openxmlformats.org/officeDocument/2006/relationships/image" Target="/ppt/media/image51.png" Id="rId5" /><Relationship Type="http://schemas.openxmlformats.org/officeDocument/2006/relationships/image" Target="/ppt/media/image52.png" Id="rId6" /><Relationship Type="http://schemas.openxmlformats.org/officeDocument/2006/relationships/image" Target="/ppt/media/image53.png" Id="rId7" /><Relationship Type="http://schemas.openxmlformats.org/officeDocument/2006/relationships/image" Target="/ppt/media/image54.png" Id="rId8" /><Relationship Type="http://schemas.openxmlformats.org/officeDocument/2006/relationships/slideLayout" Target="/ppt/slideLayouts/slideLayout1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3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1759" cy="6857644"/>
          </a:xfrm>
          <a:custGeom>
            <a:avLst/>
            <a:gdLst/>
            <a:ahLst/>
            <a:cxnLst/>
            <a:rect l="l" t="t" r="r" b="b"/>
            <a:pathLst>
              <a:path w="12191759" h="6857644">
                <a:moveTo>
                  <a:pt x="0" y="0"/>
                </a:moveTo>
                <a:lnTo>
                  <a:pt x="12191759" y="0"/>
                </a:lnTo>
                <a:lnTo>
                  <a:pt x="12191759" y="6857644"/>
                </a:lnTo>
                <a:lnTo>
                  <a:pt x="0" y="685764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Freeform: Shape 14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114" cy="6858000"/>
          </a:xfrm>
          <a:custGeom>
            <a:avLst/>
            <a:gdLst/>
            <a:ahLst/>
            <a:cxnLst/>
            <a:rect l="l" t="t" r="r" b="b"/>
            <a:pathLst>
              <a:path w="12192114" h="6858000">
                <a:moveTo>
                  <a:pt x="0" y="0"/>
                </a:moveTo>
                <a:lnTo>
                  <a:pt x="12192114" y="0"/>
                </a:lnTo>
                <a:lnTo>
                  <a:pt x="121921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5" name="Picture 15" descr="Picture 15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0297795" y="126365"/>
            <a:ext cx="1748155" cy="583920"/>
          </a:xfrm>
          <a:prstGeom prst="rect">
            <a:avLst/>
          </a:prstGeom>
        </p:spPr>
      </p:pic>
      <p:pic>
        <p:nvPicPr>
          <p:cNvPr id="16" name="Picture 16" descr="Picture 16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3202559"/>
            <a:ext cx="12191403" cy="4316755"/>
          </a:xfrm>
          <a:prstGeom prst="rect">
            <a:avLst/>
          </a:prstGeom>
        </p:spPr>
      </p:pic>
      <p:pic>
        <p:nvPicPr>
          <p:cNvPr id="17" name="Picture 17" descr="Picture 17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-355"/>
            <a:ext cx="10464114" cy="666000"/>
          </a:xfrm>
          <a:prstGeom prst="rect">
            <a:avLst/>
          </a:prstGeom>
        </p:spPr>
      </p:pic>
      <p:pic>
        <p:nvPicPr>
          <p:cNvPr id="18" name="Picture 18" descr="Picture 18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61200"/>
            <a:ext cx="12191403" cy="6806159"/>
          </a:xfrm>
          <a:prstGeom prst="rect">
            <a:avLst/>
          </a:prstGeom>
        </p:spPr>
      </p:pic>
      <p:pic>
        <p:nvPicPr>
          <p:cNvPr id="19" name="Picture 19" descr="Picture 19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928077" y="3429000"/>
            <a:ext cx="12191403" cy="6857276"/>
          </a:xfrm>
          <a:prstGeom prst="rect">
            <a:avLst/>
          </a:prstGeom>
        </p:spPr>
      </p:pic>
      <p:sp>
        <p:nvSpPr>
          <p:cNvPr id="2" name="Freeform: Shape 20">
            <a:extLst>
              <a:ext uri="{FF2B5EF4-FFF2-40B4-BE49-F238E27FC236}"/>
            </a:extLst>
          </p:cNvPr>
          <p:cNvSpPr/>
          <p:nvPr/>
        </p:nvSpPr>
        <p:spPr>
          <a:xfrm>
            <a:off x="5397" y="6662521"/>
            <a:ext cx="12180608" cy="192964"/>
          </a:xfrm>
          <a:custGeom>
            <a:avLst/>
            <a:gdLst/>
            <a:ahLst/>
            <a:cxnLst/>
            <a:rect l="l" t="t" r="r" b="b"/>
            <a:pathLst>
              <a:path w="12180608" h="192964">
                <a:moveTo>
                  <a:pt x="0" y="0"/>
                </a:moveTo>
                <a:lnTo>
                  <a:pt x="12180608" y="0"/>
                </a:lnTo>
                <a:lnTo>
                  <a:pt x="12180608" y="192964"/>
                </a:lnTo>
                <a:lnTo>
                  <a:pt x="0" y="19296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033558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21" name="Picture 21" descr="Picture 2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4479480"/>
            <a:ext cx="2168995" cy="2177275"/>
          </a:xfrm>
          <a:prstGeom prst="rect">
            <a:avLst/>
          </a:prstGeom>
        </p:spPr>
      </p:pic>
      <p:pic>
        <p:nvPicPr>
          <p:cNvPr id="22" name="Picture 22" descr="Picture 2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5298122" y="-368"/>
            <a:ext cx="6889674" cy="6691325"/>
          </a:xfrm>
          <a:prstGeom prst="rect">
            <a:avLst/>
          </a:prstGeom>
        </p:spPr>
      </p:pic>
      <p:pic>
        <p:nvPicPr>
          <p:cNvPr id="23" name="Picture 23" descr="Picture 23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6007684" y="391324"/>
            <a:ext cx="6073559" cy="6073559"/>
          </a:xfrm>
          <a:prstGeom prst="rect">
            <a:avLst/>
          </a:prstGeom>
        </p:spPr>
      </p:pic>
      <p:pic>
        <p:nvPicPr>
          <p:cNvPr id="24" name="Picture 24" descr="Picture 24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322922" y="388086"/>
            <a:ext cx="1925281" cy="625678"/>
          </a:xfrm>
          <a:prstGeom prst="rect">
            <a:avLst/>
          </a:prstGeom>
        </p:spPr>
      </p:pic>
      <p:sp>
        <p:nvSpPr>
          <p:cNvPr id="2" name="Freeform: Shape 25">
            <a:extLst>
              <a:ext uri="{FF2B5EF4-FFF2-40B4-BE49-F238E27FC236}"/>
            </a:extLst>
          </p:cNvPr>
          <p:cNvSpPr/>
          <p:nvPr/>
        </p:nvSpPr>
        <p:spPr>
          <a:xfrm>
            <a:off x="995045" y="1644840"/>
            <a:ext cx="4588561" cy="742314"/>
          </a:xfrm>
          <a:custGeom>
            <a:avLst/>
            <a:gdLst/>
            <a:ahLst/>
            <a:cxnLst/>
            <a:rect l="l" t="t" r="r" b="b"/>
            <a:pathLst>
              <a:path w="4588561" h="742314">
                <a:moveTo>
                  <a:pt x="355" y="123837"/>
                </a:moveTo>
                <a:lnTo>
                  <a:pt x="355" y="123837"/>
                </a:lnTo>
                <a:cubicBezTo>
                  <a:pt x="355" y="102234"/>
                  <a:pt x="6108" y="80644"/>
                  <a:pt x="16916" y="61924"/>
                </a:cubicBezTo>
                <a:cubicBezTo>
                  <a:pt x="27711" y="43205"/>
                  <a:pt x="43561" y="27723"/>
                  <a:pt x="62280" y="16916"/>
                </a:cubicBezTo>
                <a:cubicBezTo>
                  <a:pt x="81000" y="5765"/>
                  <a:pt x="102235" y="0"/>
                  <a:pt x="124193" y="0"/>
                </a:cubicBezTo>
                <a:lnTo>
                  <a:pt x="4464710" y="355"/>
                </a:lnTo>
                <a:cubicBezTo>
                  <a:pt x="4486313" y="355"/>
                  <a:pt x="4507915" y="6121"/>
                  <a:pt x="4526635" y="16916"/>
                </a:cubicBezTo>
                <a:cubicBezTo>
                  <a:pt x="4545355" y="27723"/>
                  <a:pt x="4560836" y="43560"/>
                  <a:pt x="4571632" y="62280"/>
                </a:cubicBezTo>
                <a:cubicBezTo>
                  <a:pt x="4582795" y="81000"/>
                  <a:pt x="4588560" y="102234"/>
                  <a:pt x="4588560" y="124193"/>
                </a:cubicBezTo>
                <a:lnTo>
                  <a:pt x="4588560" y="618477"/>
                </a:lnTo>
                <a:cubicBezTo>
                  <a:pt x="4588560" y="640079"/>
                  <a:pt x="4582795" y="661682"/>
                  <a:pt x="4572000" y="680402"/>
                </a:cubicBezTo>
                <a:cubicBezTo>
                  <a:pt x="4561192" y="699122"/>
                  <a:pt x="4545355" y="714603"/>
                  <a:pt x="4526635" y="725398"/>
                </a:cubicBezTo>
                <a:cubicBezTo>
                  <a:pt x="4507915" y="736561"/>
                  <a:pt x="4486669" y="742314"/>
                  <a:pt x="4464710" y="742314"/>
                </a:cubicBezTo>
                <a:lnTo>
                  <a:pt x="123837" y="742314"/>
                </a:lnTo>
                <a:cubicBezTo>
                  <a:pt x="102235" y="742314"/>
                  <a:pt x="80632" y="736561"/>
                  <a:pt x="61912" y="725754"/>
                </a:cubicBezTo>
                <a:cubicBezTo>
                  <a:pt x="43192" y="714959"/>
                  <a:pt x="27711" y="699122"/>
                  <a:pt x="16916" y="680402"/>
                </a:cubicBezTo>
                <a:cubicBezTo>
                  <a:pt x="5753" y="661682"/>
                  <a:pt x="0" y="640435"/>
                  <a:pt x="0" y="618477"/>
                </a:cubicBezTo>
                <a:lnTo>
                  <a:pt x="355" y="123837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034977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TextBox 26"/>
          <p:cNvSpPr txBox="1"/>
          <p:nvPr/>
        </p:nvSpPr>
        <p:spPr>
          <a:xfrm>
            <a:off x="1000449" y="1874985"/>
            <a:ext cx="6096595" cy="450952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921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Next</a:t>
            </a:r>
            <a:r>
              <a:rPr sz="2000" b="1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000" b="1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Gen</a:t>
            </a:r>
            <a:r>
              <a:rPr sz="2000" b="1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000" b="1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Employability</a:t>
            </a:r>
            <a:r>
              <a:rPr sz="2000" b="1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000" b="1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Program</a:t>
            </a:r>
            <a:endParaRPr sz="2000" dirty="0"/>
          </a:p>
          <a:p>
            <a:pPr marL="0" indent="596900" algn="l">
              <a:lnSpc>
                <a:spcPct val="98333"/>
              </a:lnSpc>
              <a:spcBef>
                <a:spcPts val="3800"/>
              </a:spcBef>
              <a:spcAft>
                <a:spcPts val="0"/>
              </a:spcAft>
            </a:pPr>
            <a:r>
              <a:rPr sz="3600" b="1" i="0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Data</a:t>
            </a:r>
            <a:r>
              <a:rPr sz="3600" b="1" i="0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3600" b="1" i="0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Analytics</a:t>
            </a:r>
            <a:r>
              <a:rPr sz="36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3600" b="1" i="0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Applications</a:t>
            </a:r>
            <a:r>
              <a:rPr sz="3600" b="1" i="0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3600" b="1" i="0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with</a:t>
            </a:r>
            <a:r>
              <a:rPr sz="3600" b="1" i="0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3600" b="1" i="0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AI</a:t>
            </a:r>
            <a:endParaRPr sz="3600" dirty="0"/>
          </a:p>
          <a:p>
            <a:pPr marL="1549400" indent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</a:pPr>
            <a:r>
              <a:rPr sz="3600" b="1" i="0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Tools</a:t>
            </a:r>
            <a:endParaRPr sz="36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6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600" dirty="0"/>
          </a:p>
          <a:p>
            <a:pPr marL="7747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Team</a:t>
            </a:r>
            <a:r>
              <a:rPr sz="1600" b="1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600" b="1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Details</a:t>
            </a:r>
            <a:r>
              <a:rPr sz="1600" b="1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600" b="1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–</a:t>
            </a:r>
            <a:r>
              <a:rPr sz="1600" b="1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600" b="1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NG_CP_Team_5731</a:t>
            </a:r>
            <a:endParaRPr sz="1600" dirty="0"/>
          </a:p>
          <a:p>
            <a:pPr marL="1193800" indent="0" algn="l">
              <a:lnSpc>
                <a:spcPct val="100000"/>
              </a:lnSpc>
              <a:spcBef>
                <a:spcPts val="1300"/>
              </a:spcBef>
              <a:spcAft>
                <a:spcPts val="0"/>
              </a:spcAft>
            </a:pP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Name: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RISHIKA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N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P</a:t>
            </a:r>
            <a:endParaRPr sz="1400" dirty="0"/>
          </a:p>
          <a:p>
            <a:pPr marL="1193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Name: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SANJANA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D</a:t>
            </a:r>
            <a:endParaRPr sz="1400" dirty="0"/>
          </a:p>
          <a:p>
            <a:pPr marL="12319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Name: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NARMADHA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K</a:t>
            </a:r>
            <a:endParaRPr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4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400" dirty="0"/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College: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Dr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MGR-Janaki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College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ofArts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and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Science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for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 </a:t>
            </a: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Women,</a:t>
            </a:r>
            <a:endParaRPr sz="1400" dirty="0"/>
          </a:p>
          <a:p>
            <a:pPr marL="3073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1" u="none" strike="noStrike" dirty="0">
                <a:solidFill>
                  <a:srgbClr val="023558"/>
                </a:solidFill>
                <a:latin typeface="Liberation Sans"/>
                <a:cs typeface="Liberation Sans"/>
              </a:rPr>
              <a:t>Chennai</a:t>
            </a:r>
            <a:endParaRPr sz="1400" dirty="0"/>
          </a:p>
        </p:txBody>
      </p:sp>
    </p:spTree>
    <p:extLst>
      <p:ext uri="{BB962C8B-B14F-4D97-AF65-F5344CB8AC3E}"/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1759" cy="6857644"/>
          </a:xfrm>
          <a:custGeom>
            <a:avLst/>
            <a:gdLst/>
            <a:ahLst/>
            <a:cxnLst/>
            <a:rect l="l" t="t" r="r" b="b"/>
            <a:pathLst>
              <a:path w="12191759" h="6857644">
                <a:moveTo>
                  <a:pt x="0" y="0"/>
                </a:moveTo>
                <a:lnTo>
                  <a:pt x="12191759" y="0"/>
                </a:lnTo>
                <a:lnTo>
                  <a:pt x="12191759" y="6857644"/>
                </a:lnTo>
                <a:lnTo>
                  <a:pt x="0" y="685764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Freeform: Shape 10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114" cy="6858000"/>
          </a:xfrm>
          <a:custGeom>
            <a:avLst/>
            <a:gdLst/>
            <a:ahLst/>
            <a:cxnLst/>
            <a:rect l="l" t="t" r="r" b="b"/>
            <a:pathLst>
              <a:path w="12192114" h="6858000">
                <a:moveTo>
                  <a:pt x="0" y="0"/>
                </a:moveTo>
                <a:lnTo>
                  <a:pt x="12192114" y="0"/>
                </a:lnTo>
                <a:lnTo>
                  <a:pt x="121921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0297795" y="126365"/>
            <a:ext cx="1748155" cy="583920"/>
          </a:xfrm>
          <a:prstGeom prst="rect">
            <a:avLst/>
          </a:prstGeom>
        </p:spPr>
      </p:pic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3202559"/>
            <a:ext cx="12191403" cy="4316755"/>
          </a:xfrm>
          <a:prstGeom prst="rect">
            <a:avLst/>
          </a:prstGeom>
        </p:spPr>
      </p:pic>
      <p:pic>
        <p:nvPicPr>
          <p:cNvPr id="13" name="Picture 13" descr="Picture 13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-355"/>
            <a:ext cx="10464114" cy="666000"/>
          </a:xfrm>
          <a:prstGeom prst="rect">
            <a:avLst/>
          </a:prstGeom>
        </p:spPr>
      </p:pic>
      <p:pic>
        <p:nvPicPr>
          <p:cNvPr id="14" name="Picture 14" descr="Picture 14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61200"/>
            <a:ext cx="12191403" cy="6806159"/>
          </a:xfrm>
          <a:prstGeom prst="rect">
            <a:avLst/>
          </a:prstGeom>
        </p:spPr>
      </p:pic>
      <p:sp>
        <p:nvSpPr>
          <p:cNvPr id="2" name="Freeform: Shape 15">
            <a:extLst>
              <a:ext uri="{FF2B5EF4-FFF2-40B4-BE49-F238E27FC236}"/>
            </a:extLst>
          </p:cNvPr>
          <p:cNvSpPr/>
          <p:nvPr/>
        </p:nvSpPr>
        <p:spPr>
          <a:xfrm>
            <a:off x="1894674" y="1608480"/>
            <a:ext cx="8402041" cy="3941635"/>
          </a:xfrm>
          <a:custGeom>
            <a:avLst/>
            <a:gdLst/>
            <a:ahLst/>
            <a:cxnLst/>
            <a:rect l="l" t="t" r="r" b="b"/>
            <a:pathLst>
              <a:path w="8402041" h="3941635">
                <a:moveTo>
                  <a:pt x="0" y="433438"/>
                </a:moveTo>
                <a:lnTo>
                  <a:pt x="0" y="433438"/>
                </a:lnTo>
                <a:cubicBezTo>
                  <a:pt x="0" y="357479"/>
                  <a:pt x="20167" y="282600"/>
                  <a:pt x="57962" y="216725"/>
                </a:cubicBezTo>
                <a:cubicBezTo>
                  <a:pt x="96126" y="150837"/>
                  <a:pt x="150850" y="96113"/>
                  <a:pt x="216725" y="57962"/>
                </a:cubicBezTo>
                <a:cubicBezTo>
                  <a:pt x="282600" y="20154"/>
                  <a:pt x="357479" y="0"/>
                  <a:pt x="433451" y="0"/>
                </a:cubicBezTo>
                <a:lnTo>
                  <a:pt x="7968246" y="0"/>
                </a:lnTo>
                <a:cubicBezTo>
                  <a:pt x="8044205" y="0"/>
                  <a:pt x="8119084" y="20154"/>
                  <a:pt x="8184959" y="57962"/>
                </a:cubicBezTo>
                <a:cubicBezTo>
                  <a:pt x="8250847" y="96113"/>
                  <a:pt x="8305571" y="150837"/>
                  <a:pt x="8343721" y="216725"/>
                </a:cubicBezTo>
                <a:cubicBezTo>
                  <a:pt x="8381530" y="282600"/>
                  <a:pt x="8401685" y="357479"/>
                  <a:pt x="8401685" y="433438"/>
                </a:cubicBezTo>
                <a:lnTo>
                  <a:pt x="8402041" y="3507841"/>
                </a:lnTo>
                <a:cubicBezTo>
                  <a:pt x="8402041" y="3583800"/>
                  <a:pt x="8381885" y="3658679"/>
                  <a:pt x="8344090" y="3724554"/>
                </a:cubicBezTo>
                <a:cubicBezTo>
                  <a:pt x="8305927" y="3790442"/>
                  <a:pt x="8251202" y="3845153"/>
                  <a:pt x="8185327" y="3883316"/>
                </a:cubicBezTo>
                <a:cubicBezTo>
                  <a:pt x="8119440" y="3921125"/>
                  <a:pt x="8044561" y="3941280"/>
                  <a:pt x="7968602" y="3941280"/>
                </a:cubicBezTo>
                <a:lnTo>
                  <a:pt x="433451" y="3941635"/>
                </a:lnTo>
                <a:cubicBezTo>
                  <a:pt x="357479" y="3941635"/>
                  <a:pt x="282600" y="3921480"/>
                  <a:pt x="216725" y="3883685"/>
                </a:cubicBezTo>
                <a:cubicBezTo>
                  <a:pt x="150850" y="3845521"/>
                  <a:pt x="96126" y="3790797"/>
                  <a:pt x="57962" y="3724922"/>
                </a:cubicBezTo>
                <a:cubicBezTo>
                  <a:pt x="20167" y="3659035"/>
                  <a:pt x="0" y="3584156"/>
                  <a:pt x="0" y="3508197"/>
                </a:cubicBezTo>
                <a:lnTo>
                  <a:pt x="0" y="433438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034977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6" name="Picture 16" descr="Picture 16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361516" y="440639"/>
            <a:ext cx="9231478" cy="5191557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2337676" y="4603728"/>
            <a:ext cx="7670687" cy="73538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The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content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is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curated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from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online/offline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resources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and</a:t>
            </a:r>
            <a:endParaRPr sz="24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used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for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educational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purpose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 </a:t>
            </a:r>
            <a:r>
              <a:rPr sz="2400" b="0" i="0" u="none" strike="noStrike" dirty="0">
                <a:solidFill>
                  <a:srgbClr val="FFE500"/>
                </a:solidFill>
                <a:latin typeface="Liberation Sans"/>
                <a:cs typeface="Liberation Sans"/>
              </a:rPr>
              <a:t>only.</a:t>
            </a:r>
            <a:endParaRPr sz="2400" dirty="0"/>
          </a:p>
        </p:txBody>
      </p:sp>
    </p:spTree>
    <p:extLst>
      <p:ext uri="{BB962C8B-B14F-4D97-AF65-F5344CB8AC3E}"/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1759" cy="6857644"/>
          </a:xfrm>
          <a:custGeom>
            <a:avLst/>
            <a:gdLst/>
            <a:ahLst/>
            <a:cxnLst/>
            <a:rect l="l" t="t" r="r" b="b"/>
            <a:pathLst>
              <a:path w="12191759" h="6857644">
                <a:moveTo>
                  <a:pt x="0" y="0"/>
                </a:moveTo>
                <a:lnTo>
                  <a:pt x="12191759" y="0"/>
                </a:lnTo>
                <a:lnTo>
                  <a:pt x="12191759" y="6857644"/>
                </a:lnTo>
                <a:lnTo>
                  <a:pt x="0" y="685764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Freeform: Shape 10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114" cy="6858000"/>
          </a:xfrm>
          <a:custGeom>
            <a:avLst/>
            <a:gdLst/>
            <a:ahLst/>
            <a:cxnLst/>
            <a:rect l="l" t="t" r="r" b="b"/>
            <a:pathLst>
              <a:path w="12192114" h="6858000">
                <a:moveTo>
                  <a:pt x="0" y="0"/>
                </a:moveTo>
                <a:lnTo>
                  <a:pt x="12192114" y="0"/>
                </a:lnTo>
                <a:lnTo>
                  <a:pt x="121921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0297795" y="126365"/>
            <a:ext cx="1748155" cy="583920"/>
          </a:xfrm>
          <a:prstGeom prst="rect">
            <a:avLst/>
          </a:prstGeom>
        </p:spPr>
      </p:pic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3202559"/>
            <a:ext cx="12191403" cy="4316755"/>
          </a:xfrm>
          <a:prstGeom prst="rect">
            <a:avLst/>
          </a:prstGeom>
        </p:spPr>
      </p:pic>
      <p:pic>
        <p:nvPicPr>
          <p:cNvPr id="13" name="Picture 13" descr="Picture 13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-355"/>
            <a:ext cx="10464114" cy="666000"/>
          </a:xfrm>
          <a:prstGeom prst="rect">
            <a:avLst/>
          </a:prstGeom>
        </p:spPr>
      </p:pic>
      <p:pic>
        <p:nvPicPr>
          <p:cNvPr id="14" name="Picture 14" descr="Picture 14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61200"/>
            <a:ext cx="12191403" cy="6806159"/>
          </a:xfrm>
          <a:prstGeom prst="rect">
            <a:avLst/>
          </a:prstGeom>
        </p:spPr>
      </p:pic>
      <p:pic>
        <p:nvPicPr>
          <p:cNvPr id="15" name="Picture 15" descr="Picture 15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-487794" y="-1362240"/>
            <a:ext cx="13143243" cy="9855721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4144113" y="2941757"/>
            <a:ext cx="5135167" cy="74972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 strike="noStrike" dirty="0">
                <a:solidFill>
                  <a:srgbClr val="D5E3FF"/>
                </a:solidFill>
                <a:latin typeface="Liberation Sans"/>
                <a:cs typeface="Liberation Sans"/>
              </a:rPr>
              <a:t>Project</a:t>
            </a:r>
            <a:r>
              <a:rPr sz="1800" b="1" i="0" u="none" strike="noStrike" dirty="0">
                <a:solidFill>
                  <a:srgbClr val="D5E3FF"/>
                </a:solidFill>
                <a:latin typeface="Liberation Sans"/>
                <a:cs typeface="Liberation Sans"/>
              </a:rPr>
              <a:t> </a:t>
            </a:r>
            <a:r>
              <a:rPr sz="1800" b="1" i="0" u="none" strike="noStrike" dirty="0">
                <a:solidFill>
                  <a:srgbClr val="D5E3FF"/>
                </a:solidFill>
                <a:latin typeface="Liberation Sans"/>
                <a:cs typeface="Liberation Sans"/>
              </a:rPr>
              <a:t>Title</a:t>
            </a:r>
            <a:endParaRPr sz="1800" dirty="0"/>
          </a:p>
          <a:p>
            <a:pPr marL="0" indent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2500" b="1" i="0" u="none" strike="noStrike" dirty="0">
                <a:solidFill>
                  <a:srgbClr val="D5E3FF"/>
                </a:solidFill>
                <a:latin typeface="Liberation Sans"/>
                <a:cs typeface="Liberation Sans"/>
              </a:rPr>
              <a:t>COMPANY</a:t>
            </a:r>
            <a:r>
              <a:rPr sz="2500" b="1" i="0" u="none" strike="noStrike" dirty="0">
                <a:solidFill>
                  <a:srgbClr val="D5E3FF"/>
                </a:solidFill>
                <a:latin typeface="Liberation Sans"/>
                <a:cs typeface="Liberation Sans"/>
              </a:rPr>
              <a:t> </a:t>
            </a:r>
            <a:r>
              <a:rPr sz="2500" b="1" i="0" u="none" strike="noStrike" dirty="0">
                <a:solidFill>
                  <a:srgbClr val="D5E3FF"/>
                </a:solidFill>
                <a:latin typeface="Liberation Sans"/>
                <a:cs typeface="Liberation Sans"/>
              </a:rPr>
              <a:t>BUSINESS</a:t>
            </a:r>
            <a:r>
              <a:rPr sz="2500" b="1" i="0" u="none" strike="noStrike" dirty="0">
                <a:solidFill>
                  <a:srgbClr val="D5E3FF"/>
                </a:solidFill>
                <a:latin typeface="Liberation Sans"/>
                <a:cs typeface="Liberation Sans"/>
              </a:rPr>
              <a:t> </a:t>
            </a:r>
            <a:r>
              <a:rPr sz="2500" b="1" i="0" u="none" strike="noStrike" dirty="0">
                <a:solidFill>
                  <a:srgbClr val="D5E3FF"/>
                </a:solidFill>
                <a:latin typeface="Liberation Sans"/>
                <a:cs typeface="Liberation Sans"/>
              </a:rPr>
              <a:t>ANALYSIS</a:t>
            </a:r>
            <a:endParaRPr sz="2500" dirty="0"/>
          </a:p>
        </p:txBody>
      </p:sp>
    </p:spTree>
    <p:extLst>
      <p:ext uri="{BB962C8B-B14F-4D97-AF65-F5344CB8AC3E}"/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1759" cy="6857644"/>
          </a:xfrm>
          <a:custGeom>
            <a:avLst/>
            <a:gdLst/>
            <a:ahLst/>
            <a:cxnLst/>
            <a:rect l="l" t="t" r="r" b="b"/>
            <a:pathLst>
              <a:path w="12191759" h="6857644">
                <a:moveTo>
                  <a:pt x="0" y="0"/>
                </a:moveTo>
                <a:lnTo>
                  <a:pt x="12191759" y="0"/>
                </a:lnTo>
                <a:lnTo>
                  <a:pt x="12191759" y="6857644"/>
                </a:lnTo>
                <a:lnTo>
                  <a:pt x="0" y="685764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Freeform: Shape 10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114" cy="6858000"/>
          </a:xfrm>
          <a:custGeom>
            <a:avLst/>
            <a:gdLst/>
            <a:ahLst/>
            <a:cxnLst/>
            <a:rect l="l" t="t" r="r" b="b"/>
            <a:pathLst>
              <a:path w="12192114" h="6858000">
                <a:moveTo>
                  <a:pt x="0" y="0"/>
                </a:moveTo>
                <a:lnTo>
                  <a:pt x="12192114" y="0"/>
                </a:lnTo>
                <a:lnTo>
                  <a:pt x="121921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0297795" y="126365"/>
            <a:ext cx="1748155" cy="583920"/>
          </a:xfrm>
          <a:prstGeom prst="rect">
            <a:avLst/>
          </a:prstGeom>
        </p:spPr>
      </p:pic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3202559"/>
            <a:ext cx="12191403" cy="4316755"/>
          </a:xfrm>
          <a:prstGeom prst="rect">
            <a:avLst/>
          </a:prstGeom>
        </p:spPr>
      </p:pic>
      <p:pic>
        <p:nvPicPr>
          <p:cNvPr id="13" name="Picture 13" descr="Picture 13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-355"/>
            <a:ext cx="10464114" cy="666000"/>
          </a:xfrm>
          <a:prstGeom prst="rect">
            <a:avLst/>
          </a:prstGeom>
        </p:spPr>
      </p:pic>
      <p:pic>
        <p:nvPicPr>
          <p:cNvPr id="14" name="Picture 14" descr="Picture 14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61200"/>
            <a:ext cx="12191403" cy="6806159"/>
          </a:xfrm>
          <a:prstGeom prst="rect">
            <a:avLst/>
          </a:prstGeom>
        </p:spPr>
      </p:pic>
      <p:pic>
        <p:nvPicPr>
          <p:cNvPr id="15" name="Picture 15" descr="Picture 15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6733793" y="803147"/>
            <a:ext cx="5317566" cy="5317566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287182" y="1007494"/>
            <a:ext cx="2565555" cy="33252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Table</a:t>
            </a:r>
            <a:r>
              <a:rPr sz="2000" b="1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 </a:t>
            </a:r>
            <a:r>
              <a:rPr sz="2000" b="1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of</a:t>
            </a:r>
            <a:r>
              <a:rPr sz="2000" b="1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 </a:t>
            </a:r>
            <a:r>
              <a:rPr sz="2000" b="1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Contents</a:t>
            </a:r>
            <a:endParaRPr sz="2000" dirty="0"/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•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Project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Objective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•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Introduction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•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Requirements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•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Modules</a:t>
            </a:r>
            <a:endParaRPr sz="1800" dirty="0"/>
          </a:p>
          <a:p>
            <a:pPr marL="0" indent="0" algn="just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•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Output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–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Screenshots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•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Future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Enhancement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•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conclusion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•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References</a:t>
            </a:r>
            <a:endParaRPr sz="1800" dirty="0"/>
          </a:p>
        </p:txBody>
      </p:sp>
    </p:spTree>
    <p:extLst>
      <p:ext uri="{BB962C8B-B14F-4D97-AF65-F5344CB8AC3E}"/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1759" cy="6857644"/>
          </a:xfrm>
          <a:custGeom>
            <a:avLst/>
            <a:gdLst/>
            <a:ahLst/>
            <a:cxnLst/>
            <a:rect l="l" t="t" r="r" b="b"/>
            <a:pathLst>
              <a:path w="12191759" h="6857644">
                <a:moveTo>
                  <a:pt x="0" y="0"/>
                </a:moveTo>
                <a:lnTo>
                  <a:pt x="12191759" y="0"/>
                </a:lnTo>
                <a:lnTo>
                  <a:pt x="12191759" y="6857644"/>
                </a:lnTo>
                <a:lnTo>
                  <a:pt x="0" y="685764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114" cy="6858000"/>
          </a:xfrm>
          <a:custGeom>
            <a:avLst/>
            <a:gdLst/>
            <a:ahLst/>
            <a:cxnLst/>
            <a:rect l="l" t="t" r="r" b="b"/>
            <a:pathLst>
              <a:path w="12192114" h="6858000">
                <a:moveTo>
                  <a:pt x="0" y="0"/>
                </a:moveTo>
                <a:lnTo>
                  <a:pt x="12192114" y="0"/>
                </a:lnTo>
                <a:lnTo>
                  <a:pt x="121921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10" descr="Picture 10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0297795" y="126365"/>
            <a:ext cx="1748155" cy="583920"/>
          </a:xfrm>
          <a:prstGeom prst="rect">
            <a:avLst/>
          </a:prstGeom>
        </p:spPr>
      </p:pic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3202559"/>
            <a:ext cx="12191403" cy="4316755"/>
          </a:xfrm>
          <a:prstGeom prst="rect">
            <a:avLst/>
          </a:prstGeom>
        </p:spPr>
      </p:pic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-355"/>
            <a:ext cx="10464114" cy="666000"/>
          </a:xfrm>
          <a:prstGeom prst="rect">
            <a:avLst/>
          </a:prstGeom>
        </p:spPr>
      </p:pic>
      <p:pic>
        <p:nvPicPr>
          <p:cNvPr id="13" name="Picture 13" descr="Picture 13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61200"/>
            <a:ext cx="12191403" cy="6806159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540887" y="1027168"/>
            <a:ext cx="11171737" cy="319967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Project</a:t>
            </a: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Objectives:</a:t>
            </a: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Strategic</a:t>
            </a: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Analytical</a:t>
            </a: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Framework</a:t>
            </a:r>
            <a:endParaRPr sz="2000" dirty="0"/>
          </a:p>
          <a:p>
            <a:pPr marL="0" indent="0" algn="r">
              <a:lnSpc>
                <a:spcPct val="195417"/>
              </a:lnSpc>
              <a:spcBef>
                <a:spcPts val="19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primary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objective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of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project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conduct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comprehensive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analysis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of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historical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share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market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evaluate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stock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price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performance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trading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behavior.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study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aims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examine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price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movements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using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Open,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High,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Low,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Close,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Volume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indicators.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further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seeks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identify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market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trends,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assess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volatility,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generate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data-driven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insights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through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interactive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visualization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analytical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tools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Power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BI.</a:t>
            </a:r>
            <a:endParaRPr sz="1800" dirty="0"/>
          </a:p>
        </p:txBody>
      </p:sp>
    </p:spTree>
    <p:extLst>
      <p:ext uri="{BB962C8B-B14F-4D97-AF65-F5344CB8AC3E}"/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1759" cy="6857644"/>
          </a:xfrm>
          <a:custGeom>
            <a:avLst/>
            <a:gdLst/>
            <a:ahLst/>
            <a:cxnLst/>
            <a:rect l="l" t="t" r="r" b="b"/>
            <a:pathLst>
              <a:path w="12191759" h="6857644">
                <a:moveTo>
                  <a:pt x="0" y="0"/>
                </a:moveTo>
                <a:lnTo>
                  <a:pt x="12191759" y="0"/>
                </a:lnTo>
                <a:lnTo>
                  <a:pt x="12191759" y="6857644"/>
                </a:lnTo>
                <a:lnTo>
                  <a:pt x="0" y="685764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114" cy="6858000"/>
          </a:xfrm>
          <a:custGeom>
            <a:avLst/>
            <a:gdLst/>
            <a:ahLst/>
            <a:cxnLst/>
            <a:rect l="l" t="t" r="r" b="b"/>
            <a:pathLst>
              <a:path w="12192114" h="6858000">
                <a:moveTo>
                  <a:pt x="0" y="0"/>
                </a:moveTo>
                <a:lnTo>
                  <a:pt x="12192114" y="0"/>
                </a:lnTo>
                <a:lnTo>
                  <a:pt x="121921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10" descr="Picture 10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0297795" y="126365"/>
            <a:ext cx="1748155" cy="583920"/>
          </a:xfrm>
          <a:prstGeom prst="rect">
            <a:avLst/>
          </a:prstGeom>
        </p:spPr>
      </p:pic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3202559"/>
            <a:ext cx="12191403" cy="4316755"/>
          </a:xfrm>
          <a:prstGeom prst="rect">
            <a:avLst/>
          </a:prstGeom>
        </p:spPr>
      </p:pic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-355"/>
            <a:ext cx="10464114" cy="666000"/>
          </a:xfrm>
          <a:prstGeom prst="rect">
            <a:avLst/>
          </a:prstGeom>
        </p:spPr>
      </p:pic>
      <p:pic>
        <p:nvPicPr>
          <p:cNvPr id="13" name="Picture 13" descr="Picture 13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61200"/>
            <a:ext cx="12191403" cy="6806159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83267" y="938491"/>
            <a:ext cx="12027259" cy="389397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905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Introduction</a:t>
            </a:r>
            <a:endParaRPr sz="20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0" indent="0" algn="r">
              <a:lnSpc>
                <a:spcPct val="1962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share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market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plays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vital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role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financial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system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by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facilitating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buying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selling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of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securities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among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investors.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reflects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economic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performance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of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companies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influences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investment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decisions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worldwide.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Stock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prices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fluctuate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daily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based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market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demand,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supply,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investor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sentiment,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economic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conditions.This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project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focuses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analyzing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historical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stock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market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using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key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indicators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such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Open,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High,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Low,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Close,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Volume.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By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utilizing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Power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BI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for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visualization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analysis,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study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aims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interpret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price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19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trends,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trading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patterns,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overall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market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behavior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structured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analytical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manner.</a:t>
            </a:r>
            <a:endParaRPr sz="1800" dirty="0"/>
          </a:p>
        </p:txBody>
      </p:sp>
    </p:spTree>
    <p:extLst>
      <p:ext uri="{BB962C8B-B14F-4D97-AF65-F5344CB8AC3E}"/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1759" cy="6857644"/>
          </a:xfrm>
          <a:custGeom>
            <a:avLst/>
            <a:gdLst/>
            <a:ahLst/>
            <a:cxnLst/>
            <a:rect l="l" t="t" r="r" b="b"/>
            <a:pathLst>
              <a:path w="12191759" h="6857644">
                <a:moveTo>
                  <a:pt x="0" y="0"/>
                </a:moveTo>
                <a:lnTo>
                  <a:pt x="12191759" y="0"/>
                </a:lnTo>
                <a:lnTo>
                  <a:pt x="12191759" y="6857644"/>
                </a:lnTo>
                <a:lnTo>
                  <a:pt x="0" y="685764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114" cy="6858000"/>
          </a:xfrm>
          <a:custGeom>
            <a:avLst/>
            <a:gdLst/>
            <a:ahLst/>
            <a:cxnLst/>
            <a:rect l="l" t="t" r="r" b="b"/>
            <a:pathLst>
              <a:path w="12192114" h="6858000">
                <a:moveTo>
                  <a:pt x="0" y="0"/>
                </a:moveTo>
                <a:lnTo>
                  <a:pt x="12192114" y="0"/>
                </a:lnTo>
                <a:lnTo>
                  <a:pt x="121921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10" descr="Picture 10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0297795" y="126365"/>
            <a:ext cx="1748155" cy="583920"/>
          </a:xfrm>
          <a:prstGeom prst="rect">
            <a:avLst/>
          </a:prstGeom>
        </p:spPr>
      </p:pic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3202559"/>
            <a:ext cx="12191403" cy="4316755"/>
          </a:xfrm>
          <a:prstGeom prst="rect">
            <a:avLst/>
          </a:prstGeom>
        </p:spPr>
      </p:pic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-355"/>
            <a:ext cx="10464114" cy="666000"/>
          </a:xfrm>
          <a:prstGeom prst="rect">
            <a:avLst/>
          </a:prstGeom>
        </p:spPr>
      </p:pic>
      <p:pic>
        <p:nvPicPr>
          <p:cNvPr id="13" name="Picture 13" descr="Picture 13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61200"/>
            <a:ext cx="12191403" cy="6806159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87748" y="912884"/>
            <a:ext cx="11564175" cy="279768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10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Requirements</a:t>
            </a:r>
            <a:endParaRPr sz="20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0" indent="0" algn="r">
              <a:lnSpc>
                <a:spcPct val="195417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project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requires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historical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stock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market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including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Date,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Open,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High,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Low,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Close,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Volume.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must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accurate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continuous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for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proper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analysis.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Microsoft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Power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BI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required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import,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clean,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visualize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system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should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support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Power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BI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Desktop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for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creating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interactive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dashboards.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Basic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knowledge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of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visualization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stock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market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concepts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also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required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perform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effective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analysis.</a:t>
            </a:r>
            <a:endParaRPr sz="1800" dirty="0"/>
          </a:p>
        </p:txBody>
      </p:sp>
    </p:spTree>
    <p:extLst>
      <p:ext uri="{BB962C8B-B14F-4D97-AF65-F5344CB8AC3E}"/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1759" cy="6857644"/>
          </a:xfrm>
          <a:custGeom>
            <a:avLst/>
            <a:gdLst/>
            <a:ahLst/>
            <a:cxnLst/>
            <a:rect l="l" t="t" r="r" b="b"/>
            <a:pathLst>
              <a:path w="12191759" h="6857644">
                <a:moveTo>
                  <a:pt x="0" y="0"/>
                </a:moveTo>
                <a:lnTo>
                  <a:pt x="12191759" y="0"/>
                </a:lnTo>
                <a:lnTo>
                  <a:pt x="12191759" y="6857644"/>
                </a:lnTo>
                <a:lnTo>
                  <a:pt x="0" y="685764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114" cy="6858000"/>
          </a:xfrm>
          <a:custGeom>
            <a:avLst/>
            <a:gdLst/>
            <a:ahLst/>
            <a:cxnLst/>
            <a:rect l="l" t="t" r="r" b="b"/>
            <a:pathLst>
              <a:path w="12192114" h="6858000">
                <a:moveTo>
                  <a:pt x="0" y="0"/>
                </a:moveTo>
                <a:lnTo>
                  <a:pt x="12192114" y="0"/>
                </a:lnTo>
                <a:lnTo>
                  <a:pt x="121921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10" descr="Picture 10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0297795" y="126365"/>
            <a:ext cx="1748155" cy="583920"/>
          </a:xfrm>
          <a:prstGeom prst="rect">
            <a:avLst/>
          </a:prstGeom>
        </p:spPr>
      </p:pic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3202559"/>
            <a:ext cx="12191403" cy="4316755"/>
          </a:xfrm>
          <a:prstGeom prst="rect">
            <a:avLst/>
          </a:prstGeom>
        </p:spPr>
      </p:pic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-355"/>
            <a:ext cx="10464114" cy="666000"/>
          </a:xfrm>
          <a:prstGeom prst="rect">
            <a:avLst/>
          </a:prstGeom>
        </p:spPr>
      </p:pic>
      <p:pic>
        <p:nvPicPr>
          <p:cNvPr id="13" name="Picture 13" descr="Picture 13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61200"/>
            <a:ext cx="12191403" cy="6806159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-10580" y="767377"/>
            <a:ext cx="10681308" cy="42016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Modules</a:t>
            </a:r>
            <a:endParaRPr sz="2000" dirty="0"/>
          </a:p>
          <a:p>
            <a:pPr marL="254000" indent="0" algn="l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</a:pP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Problem</a:t>
            </a: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understanding</a:t>
            </a:r>
            <a:endParaRPr sz="2000" dirty="0"/>
          </a:p>
          <a:p>
            <a:pPr marL="1384300" indent="0" algn="l">
              <a:lnSpc>
                <a:spcPct val="197500"/>
              </a:lnSpc>
              <a:spcBef>
                <a:spcPts val="2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problem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addressed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project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analyze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historical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stock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identify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meaningful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insights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support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better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investment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decisions</a:t>
            </a:r>
            <a:endParaRPr sz="1800" dirty="0"/>
          </a:p>
          <a:p>
            <a:pPr marL="203200" indent="0" algn="l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</a:pP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</a:t>
            </a: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20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analysis</a:t>
            </a:r>
            <a:endParaRPr sz="20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solution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involves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using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Power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BI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transform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raw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stock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interactive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dashboards.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11303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Through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visualization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analytical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tools,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project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provides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clear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insights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stock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1143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performance,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volatility,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trading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activity.</a:t>
            </a:r>
            <a:endParaRPr sz="1800" dirty="0"/>
          </a:p>
        </p:txBody>
      </p:sp>
    </p:spTree>
    <p:extLst>
      <p:ext uri="{BB962C8B-B14F-4D97-AF65-F5344CB8AC3E}"/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1759" cy="6857644"/>
          </a:xfrm>
          <a:custGeom>
            <a:avLst/>
            <a:gdLst/>
            <a:ahLst/>
            <a:cxnLst/>
            <a:rect l="l" t="t" r="r" b="b"/>
            <a:pathLst>
              <a:path w="12191759" h="6857644">
                <a:moveTo>
                  <a:pt x="0" y="0"/>
                </a:moveTo>
                <a:lnTo>
                  <a:pt x="12191759" y="0"/>
                </a:lnTo>
                <a:lnTo>
                  <a:pt x="12191759" y="6857644"/>
                </a:lnTo>
                <a:lnTo>
                  <a:pt x="0" y="685764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Freeform: Shape 10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114" cy="6858000"/>
          </a:xfrm>
          <a:custGeom>
            <a:avLst/>
            <a:gdLst/>
            <a:ahLst/>
            <a:cxnLst/>
            <a:rect l="l" t="t" r="r" b="b"/>
            <a:pathLst>
              <a:path w="12192114" h="6858000">
                <a:moveTo>
                  <a:pt x="0" y="0"/>
                </a:moveTo>
                <a:lnTo>
                  <a:pt x="12192114" y="0"/>
                </a:lnTo>
                <a:lnTo>
                  <a:pt x="121921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0297795" y="126365"/>
            <a:ext cx="1748155" cy="583920"/>
          </a:xfrm>
          <a:prstGeom prst="rect">
            <a:avLst/>
          </a:prstGeom>
        </p:spPr>
      </p:pic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3202559"/>
            <a:ext cx="12191403" cy="4316755"/>
          </a:xfrm>
          <a:prstGeom prst="rect">
            <a:avLst/>
          </a:prstGeom>
        </p:spPr>
      </p:pic>
      <p:pic>
        <p:nvPicPr>
          <p:cNvPr id="13" name="Picture 13" descr="Picture 13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-355"/>
            <a:ext cx="10464114" cy="666000"/>
          </a:xfrm>
          <a:prstGeom prst="rect">
            <a:avLst/>
          </a:prstGeom>
        </p:spPr>
      </p:pic>
      <p:pic>
        <p:nvPicPr>
          <p:cNvPr id="14" name="Picture 14" descr="Picture 14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61200"/>
            <a:ext cx="12191403" cy="6806159"/>
          </a:xfrm>
          <a:prstGeom prst="rect">
            <a:avLst/>
          </a:prstGeom>
        </p:spPr>
      </p:pic>
      <p:pic>
        <p:nvPicPr>
          <p:cNvPr id="15" name="Picture 15" descr="Picture 15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230845" y="1435683"/>
            <a:ext cx="10359720" cy="5079962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125852" y="1002630"/>
            <a:ext cx="2423743" cy="28604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Output</a:t>
            </a:r>
            <a:r>
              <a:rPr sz="18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–</a:t>
            </a:r>
            <a:r>
              <a:rPr sz="18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screenshot</a:t>
            </a:r>
            <a:endParaRPr sz="1800" dirty="0"/>
          </a:p>
        </p:txBody>
      </p:sp>
    </p:spTree>
    <p:extLst>
      <p:ext uri="{BB962C8B-B14F-4D97-AF65-F5344CB8AC3E}"/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1759" cy="6857644"/>
          </a:xfrm>
          <a:custGeom>
            <a:avLst/>
            <a:gdLst/>
            <a:ahLst/>
            <a:cxnLst/>
            <a:rect l="l" t="t" r="r" b="b"/>
            <a:pathLst>
              <a:path w="12191759" h="6857644">
                <a:moveTo>
                  <a:pt x="0" y="0"/>
                </a:moveTo>
                <a:lnTo>
                  <a:pt x="12191759" y="0"/>
                </a:lnTo>
                <a:lnTo>
                  <a:pt x="12191759" y="6857644"/>
                </a:lnTo>
                <a:lnTo>
                  <a:pt x="0" y="685764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114" cy="6858000"/>
          </a:xfrm>
          <a:custGeom>
            <a:avLst/>
            <a:gdLst/>
            <a:ahLst/>
            <a:cxnLst/>
            <a:rect l="l" t="t" r="r" b="b"/>
            <a:pathLst>
              <a:path w="12192114" h="6858000">
                <a:moveTo>
                  <a:pt x="0" y="0"/>
                </a:moveTo>
                <a:lnTo>
                  <a:pt x="12192114" y="0"/>
                </a:lnTo>
                <a:lnTo>
                  <a:pt x="121921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10" descr="Picture 10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0297795" y="126365"/>
            <a:ext cx="1748155" cy="583920"/>
          </a:xfrm>
          <a:prstGeom prst="rect">
            <a:avLst/>
          </a:prstGeom>
        </p:spPr>
      </p:pic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3202559"/>
            <a:ext cx="12191403" cy="4316755"/>
          </a:xfrm>
          <a:prstGeom prst="rect">
            <a:avLst/>
          </a:prstGeom>
        </p:spPr>
      </p:pic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-355"/>
            <a:ext cx="10464114" cy="666000"/>
          </a:xfrm>
          <a:prstGeom prst="rect">
            <a:avLst/>
          </a:prstGeom>
        </p:spPr>
      </p:pic>
      <p:pic>
        <p:nvPicPr>
          <p:cNvPr id="13" name="Picture 13" descr="Picture 13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61200"/>
            <a:ext cx="12191403" cy="6806159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81809" y="983686"/>
            <a:ext cx="10450201" cy="499105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Future</a:t>
            </a:r>
            <a:r>
              <a:rPr sz="18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1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enhancement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10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977900" indent="0" algn="l">
              <a:lnSpc>
                <a:spcPct val="19583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project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can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further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enhanced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by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integrating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real-time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stock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market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through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live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APIs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enable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dynamic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up-to-date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analysis.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Advanced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analytical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techniques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such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machine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learning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models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can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implemented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improve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prediction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accuracy.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Additional</a:t>
            </a:r>
            <a:endParaRPr sz="1800" dirty="0"/>
          </a:p>
          <a:p>
            <a:pPr marL="0" indent="0" algn="r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financial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indicators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like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RSI,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Moving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Average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Convergence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Divergence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(MACD),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Bands</a:t>
            </a:r>
            <a:endParaRPr sz="1800" dirty="0"/>
          </a:p>
          <a:p>
            <a:pPr marL="977900" indent="0" algn="l">
              <a:lnSpc>
                <a:spcPct val="196667"/>
              </a:lnSpc>
              <a:spcBef>
                <a:spcPts val="80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can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incorporated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for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deeper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technical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analysis.The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dashboardBollinger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can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also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expanded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by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adding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comparative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analysis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of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multiple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companies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sector-wise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performance.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Furthermore,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deployment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through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Power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BI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Service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can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enable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cloud-based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access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sharing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for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broader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user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interaction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decision-making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support.</a:t>
            </a:r>
            <a:endParaRPr sz="1800" dirty="0"/>
          </a:p>
        </p:txBody>
      </p:sp>
    </p:spTree>
    <p:extLst>
      <p:ext uri="{BB962C8B-B14F-4D97-AF65-F5344CB8AC3E}"/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8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1759" cy="6857644"/>
          </a:xfrm>
          <a:custGeom>
            <a:avLst/>
            <a:gdLst/>
            <a:ahLst/>
            <a:cxnLst/>
            <a:rect l="l" t="t" r="r" b="b"/>
            <a:pathLst>
              <a:path w="12191759" h="6857644">
                <a:moveTo>
                  <a:pt x="0" y="0"/>
                </a:moveTo>
                <a:lnTo>
                  <a:pt x="12191759" y="0"/>
                </a:lnTo>
                <a:lnTo>
                  <a:pt x="12191759" y="6857644"/>
                </a:lnTo>
                <a:lnTo>
                  <a:pt x="0" y="685764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114" cy="6858000"/>
          </a:xfrm>
          <a:custGeom>
            <a:avLst/>
            <a:gdLst/>
            <a:ahLst/>
            <a:cxnLst/>
            <a:rect l="l" t="t" r="r" b="b"/>
            <a:pathLst>
              <a:path w="12192114" h="6858000">
                <a:moveTo>
                  <a:pt x="0" y="0"/>
                </a:moveTo>
                <a:lnTo>
                  <a:pt x="12192114" y="0"/>
                </a:lnTo>
                <a:lnTo>
                  <a:pt x="121921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10" descr="Picture 10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0297795" y="126365"/>
            <a:ext cx="1748155" cy="583920"/>
          </a:xfrm>
          <a:prstGeom prst="rect">
            <a:avLst/>
          </a:prstGeom>
        </p:spPr>
      </p:pic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3202559"/>
            <a:ext cx="12191403" cy="4316755"/>
          </a:xfrm>
          <a:prstGeom prst="rect">
            <a:avLst/>
          </a:prstGeom>
        </p:spPr>
      </p:pic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-355"/>
            <a:ext cx="10464114" cy="666000"/>
          </a:xfrm>
          <a:prstGeom prst="rect">
            <a:avLst/>
          </a:prstGeom>
        </p:spPr>
      </p:pic>
      <p:pic>
        <p:nvPicPr>
          <p:cNvPr id="13" name="Picture 13" descr="Picture 13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61200"/>
            <a:ext cx="12191403" cy="6806159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295468" y="1008677"/>
            <a:ext cx="9839035" cy="3223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Conclusion</a:t>
            </a:r>
            <a:endParaRPr sz="20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8509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This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project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successfully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transforms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raw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share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market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into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meaningful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insights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863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through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interactive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visualization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analysis.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helps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understanding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price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trends,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trading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patterns,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market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performance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clear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structured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manner.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Overall,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the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863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dashboard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supports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informed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and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data-driven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 </a:t>
            </a: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>decision-making</a:t>
            </a:r>
            <a:endParaRPr sz="1800" dirty="0"/>
          </a:p>
        </p:txBody>
      </p:sp>
    </p:spTree>
    <p:extLst>
      <p:ext uri="{BB962C8B-B14F-4D97-AF65-F5344CB8AC3E}"/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9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1759" cy="6857644"/>
          </a:xfrm>
          <a:custGeom>
            <a:avLst/>
            <a:gdLst/>
            <a:ahLst/>
            <a:cxnLst/>
            <a:rect l="l" t="t" r="r" b="b"/>
            <a:pathLst>
              <a:path w="12191759" h="6857644">
                <a:moveTo>
                  <a:pt x="0" y="0"/>
                </a:moveTo>
                <a:lnTo>
                  <a:pt x="12191759" y="0"/>
                </a:lnTo>
                <a:lnTo>
                  <a:pt x="12191759" y="6857644"/>
                </a:lnTo>
                <a:lnTo>
                  <a:pt x="0" y="6857644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Freeform: Shape 10">
            <a:extLst>
              <a:ext uri="{FF2B5EF4-FFF2-40B4-BE49-F238E27FC236}"/>
            </a:extLst>
          </p:cNvPr>
          <p:cNvSpPr/>
          <p:nvPr/>
        </p:nvSpPr>
        <p:spPr>
          <a:xfrm>
            <a:off x="0" y="0"/>
            <a:ext cx="12192114" cy="6858000"/>
          </a:xfrm>
          <a:custGeom>
            <a:avLst/>
            <a:gdLst/>
            <a:ahLst/>
            <a:cxnLst/>
            <a:rect l="l" t="t" r="r" b="b"/>
            <a:pathLst>
              <a:path w="12192114" h="6858000">
                <a:moveTo>
                  <a:pt x="0" y="0"/>
                </a:moveTo>
                <a:lnTo>
                  <a:pt x="12192114" y="0"/>
                </a:lnTo>
                <a:lnTo>
                  <a:pt x="1219211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175">
            <a:noFill/>
          </a:ln>
        </p:spPr>
        <p:style>
          <a:lnRef idx="2"/>
          <a:fillRef idx="1">
            <a:srgbClr val="FFFFFF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1" descr="Picture 11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10297795" y="126365"/>
            <a:ext cx="1748155" cy="583920"/>
          </a:xfrm>
          <a:prstGeom prst="rect">
            <a:avLst/>
          </a:prstGeom>
        </p:spPr>
      </p:pic>
      <p:pic>
        <p:nvPicPr>
          <p:cNvPr id="12" name="Picture 12" descr="Picture 12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3202559"/>
            <a:ext cx="12191403" cy="4316755"/>
          </a:xfrm>
          <a:prstGeom prst="rect">
            <a:avLst/>
          </a:prstGeom>
        </p:spPr>
      </p:pic>
      <p:pic>
        <p:nvPicPr>
          <p:cNvPr id="13" name="Picture 13" descr="Picture 13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-355"/>
            <a:ext cx="10464114" cy="666000"/>
          </a:xfrm>
          <a:prstGeom prst="rect">
            <a:avLst/>
          </a:prstGeom>
        </p:spPr>
      </p:pic>
      <p:pic>
        <p:nvPicPr>
          <p:cNvPr id="14" name="Picture 14" descr="Picture 14">
            <a:extLst>
              <a:ext uri="{FF2B5EF4-FFF2-40B4-BE49-F238E27FC236}"/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/>
            </a:extLst>
          </a:blip>
          <a:stretch>
            <a:fillRect/>
          </a:stretch>
        </p:blipFill>
        <p:spPr>
          <a:xfrm rot="0">
            <a:off x="0" y="61200"/>
            <a:ext cx="12191403" cy="6806159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295956" y="1008677"/>
            <a:ext cx="4908281" cy="237214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References</a:t>
            </a:r>
            <a:endParaRPr sz="20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8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800" dirty="0"/>
          </a:p>
          <a:p>
            <a:pPr marL="76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•</a:t>
            </a:r>
            <a:r>
              <a:rPr sz="1800" b="0" i="0" u="sng" strike="noStrike" dirty="0">
                <a:solidFill>
                  <a:srgbClr val="0097A7"/>
                </a:solidFill>
                <a:latin typeface="Liberation Sans"/>
                <a:cs typeface="Liberation Sans"/>
              </a:rPr>
              <a:t>  </a:t>
            </a:r>
            <a:r>
              <a:rPr sz="1800" b="0" i="0" u="sng" strike="noStrike" dirty="0">
                <a:solidFill>
                  <a:srgbClr val="0097A7"/>
                </a:solidFill>
                <a:latin typeface="Liberation Sans"/>
                <a:cs typeface="Liberation Sans"/>
                <a:hlinkClick r:id="rId4"/>
              </a:rPr>
              <a:t>https://nodejs.org/api/net.html</a:t>
            </a:r>
            <a:endParaRPr sz="18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400" dirty="0"/>
          </a:p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•</a:t>
            </a:r>
            <a:r>
              <a:rPr sz="1400" b="0" i="0" u="sng" strike="noStrike" dirty="0">
                <a:solidFill>
                  <a:srgbClr val="0097A7"/>
                </a:solidFill>
                <a:latin typeface="Liberation Sans"/>
                <a:cs typeface="Liberation Sans"/>
              </a:rPr>
              <a:t>   </a:t>
            </a:r>
            <a:r>
              <a:rPr sz="1400" b="0" i="0" u="sng" strike="noStrike" dirty="0">
                <a:solidFill>
                  <a:srgbClr val="0097A7"/>
                </a:solidFill>
                <a:latin typeface="Liberation Sans"/>
                <a:cs typeface="Liberation Sans"/>
              </a:rPr>
              <a:t>https://learn.microsoft.com/power-platform/power-bi/learn</a:t>
            </a:r>
            <a:endParaRPr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400" dirty="0"/>
          </a:p>
          <a:p>
            <a:pPr marL="76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•</a:t>
            </a:r>
            <a:r>
              <a:rPr sz="1400" b="0" i="0" u="sng" strike="noStrike" dirty="0">
                <a:solidFill>
                  <a:srgbClr val="0097A7"/>
                </a:solidFill>
                <a:latin typeface="Liberation Sans"/>
                <a:cs typeface="Liberation Sans"/>
              </a:rPr>
              <a:t>   </a:t>
            </a:r>
            <a:r>
              <a:rPr sz="1400" b="0" i="0" u="sng" strike="noStrike" dirty="0">
                <a:solidFill>
                  <a:srgbClr val="0097A7"/>
                </a:solidFill>
                <a:latin typeface="Liberation Sans"/>
                <a:cs typeface="Liberation Sans"/>
              </a:rPr>
              <a:t>https://community.powerbi.com/</a:t>
            </a:r>
            <a:endParaRPr sz="14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 i="0" u="none" strike="noStrike" dirty="0">
                <a:solidFill>
                  <a:srgbClr val="000000"/>
                </a:solidFill>
                <a:latin typeface="Liberation Sans"/>
                <a:cs typeface="Liberation Sans"/>
              </a:rPr>
              <a:t/>
            </a:r>
            <a:endParaRPr sz="1400" dirty="0"/>
          </a:p>
          <a:p>
            <a:pPr marL="76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u="none" strike="noStrike" dirty="0">
                <a:solidFill>
                  <a:srgbClr val="213163"/>
                </a:solidFill>
                <a:latin typeface="Liberation Sans"/>
                <a:cs typeface="Liberation Sans"/>
              </a:rPr>
              <a:t>•</a:t>
            </a:r>
            <a:r>
              <a:rPr sz="1400" b="0" i="0" u="sng" strike="noStrike" dirty="0">
                <a:solidFill>
                  <a:srgbClr val="0097A7"/>
                </a:solidFill>
                <a:latin typeface="Liberation Sans"/>
                <a:cs typeface="Liberation Sans"/>
              </a:rPr>
              <a:t>   </a:t>
            </a:r>
            <a:r>
              <a:rPr sz="1400" b="0" i="0" u="sng" strike="noStrike" dirty="0">
                <a:solidFill>
                  <a:srgbClr val="0097A7"/>
                </a:solidFill>
                <a:latin typeface="Liberation Sans"/>
                <a:cs typeface="Liberation Sans"/>
              </a:rPr>
              <a:t>https://www.makeovermonday.co.uk/</a:t>
            </a:r>
            <a:endParaRPr sz="1400" dirty="0"/>
          </a:p>
        </p:txBody>
      </p:sp>
    </p:spTree>
    <p:extLst>
      <p:ext uri="{BB962C8B-B14F-4D97-AF65-F5344CB8AC3E}"/>
    </p:extLst>
  </p:cSld>
  <p:clrMapOvr>
    <a:masterClrMapping/>
  </p:clrMapOvr>
</p:sld>
</file>

<file path=docProps/app.xml><?xml version="1.0" encoding="utf-8"?>
<ap:Properties xmlns:vt="http://schemas.openxmlformats.org/officeDocument/2006/docPropsVTypes" xmlns:ap="http://schemas.openxmlformats.org/officeDocument/2006/extended-properties">
  <ap:Application>Microsoft Office PowerPoint</ap:Application>
  <ap:PresentationFormat/>
  <ap:AppVersion>16.0000</ap:AppVersion>
</ap:Properties>
</file>